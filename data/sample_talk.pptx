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After consent, speak beat 1. Auto-continue to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 Auto-continue to company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Company. Knowledge k_company, k_founded, k_appstore.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Product. Knowledge k_product.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Adoption. Knowledge k_adoption. Auto-continue to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Customers. Knowledge k_customer.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Finance. Knowledge k_finance, k_arr.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Roadmap. Knowledge k_roadmap, k_sso. Auto-continue.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Risks. Knowledge k_risk, k_error_rate.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Team. Knowledge k_team.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30 days. Knowledge k_next.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Last beat; do not auto-continue.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2011680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Microsoft JhengHei"/>
              </a:rPr>
              <a:t>語音簡報產品  ·  香港總部  ·  內部會議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</a:rPr>
              <a:t>Harbour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7F4EE"/>
                </a:solidFill>
                <a:latin typeface="Microsoft JhengHei"/>
              </a:rPr>
              <a:t>2026 年第二季業務匯報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8C0"/>
                </a:solidFill>
                <a:latin typeface="Microsoft JhengHei"/>
              </a:rPr>
              <a:t>Harbour AI  ·  2026 Q2 內部匯報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8C0"/>
                </a:solidFill>
                <a:latin typeface="Microsoft JhengHe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今日議程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公司一覽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產品：Harbour Presenter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採用數據（截至 2026 年 6 月）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客戶案例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財務摘要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2026 下半年路線圖、風險、團隊、下一步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公司一覽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2019 年喺香港成立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員工 86 人：香港、新加坡、倫敦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主打企業語音工作流程，唔做消費級 App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今季重點產品：Harbour Presenter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產品：Harbour Presenter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粵語優先嘅語音簡報代理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跟預先寫好嘅稿講，唔會即場生稿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n8n 做導演，桌面 PowerPoint 跟住翻頁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觀眾打斷之後，可以跳去相關一頁再接返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採用數據（截至 2026 年 6 月 30 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付費客戶 41 間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活躍座位 1,280 個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今季淨新增 11 間客戶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試用轉付費 38%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以上只計 Harbour Presenter，唔計舊語音客服線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客戶案例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海港銀行：粵語季度業績會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星航集團：新航線發佈會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維港零售：12 個城市店長大會同步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合約金額唔公開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財務摘要（2026 年第二季）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產品年經常收入 1,860 萬港元（港幣，唔係美元）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較上一季增長 22%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毛利率 71%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現金跑道約 18 個月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內部數字，截至 6 月 30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2026 下半年路線圖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第三季：企業單點登錄（SSO）同審計日誌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第四季：知識庫問答翻頁（Azure OpenAI）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2027 年第一季：廣東話同英語即場切換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沒有公開 App Store 版計劃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風險同需要嘅支持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嘈雜會議室粵語識別仍有約 7% 錯字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試用隧道每次重開，網址都會變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需要 IT 批出穩定域名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需要再加兩名方案工程師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團隊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產品同工程 51 人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客戶成功 14 人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而家請緊：語音質素、現場實施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倫敦辦公室計劃 2026 年 9 月遷入新址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</a:rPr>
              <a:t>下一步（未來 30 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完成三間銀行試點設計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凍結第三季 SSO 範圍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8 月 28 日董事會覆核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242A"/>
                </a:solidFill>
                <a:latin typeface="Microsoft JhengHei"/>
              </a:rPr>
              <a:t>•  下週發送會議紀錄同投影片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2"/>
                </a:solidFill>
                <a:latin typeface="Microsoft JhengHei"/>
              </a:rPr>
              <a:t>Harbour AI  ·  2026 Q2 內部匯報  ·  資料截至 6 月 30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2"/>
                </a:solidFill>
                <a:latin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2011680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Microsoft JhengHei"/>
              </a:rPr>
              <a:t>內部用途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</a:rPr>
              <a:t>多謝各位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7F4EE"/>
                </a:solidFill>
                <a:latin typeface="Microsoft JhengHei"/>
              </a:rPr>
              <a:t>資料截至 2026 年 6 月 30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8C0"/>
                </a:solidFill>
                <a:latin typeface="Microsoft JhengHei"/>
              </a:rPr>
              <a:t>Harbour AI  ·  2026 Q2 內部匯報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8C0"/>
                </a:solidFill>
                <a:latin typeface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